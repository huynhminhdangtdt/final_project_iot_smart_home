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329" r:id="rId4"/>
    <p:sldId id="330" r:id="rId5"/>
    <p:sldId id="261" r:id="rId6"/>
    <p:sldId id="263" r:id="rId7"/>
    <p:sldId id="262" r:id="rId8"/>
    <p:sldId id="328" r:id="rId9"/>
    <p:sldId id="332" r:id="rId10"/>
    <p:sldId id="32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3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12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4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80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4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99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12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4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18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2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4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D7F56-5AAE-4672-9B8C-B115DD8895D2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5FEFF-CAAD-4DC6-B9EB-34BB800D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65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BẢO VỆ ĐỒ ÁN TỐT NGHIỆP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45700" cy="2600902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pPr marL="0" indent="0" algn="ctr">
              <a:buNone/>
            </a:pPr>
            <a:r>
              <a:rPr lang="en-US" b="1" dirty="0" err="1"/>
              <a:t>Tên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r>
              <a:rPr lang="en-US" b="1" dirty="0"/>
              <a:t>:</a:t>
            </a:r>
            <a:endParaRPr lang="en-US" dirty="0"/>
          </a:p>
          <a:p>
            <a:pPr marL="0" indent="0" algn="ctr">
              <a:buNone/>
            </a:pPr>
            <a:r>
              <a:rPr lang="en-US" sz="4000" b="1" cap="all" dirty="0" smtClean="0"/>
              <a:t>THỰC HIỆN ỨNG DỤNG </a:t>
            </a:r>
            <a:r>
              <a:rPr lang="en-US" sz="4000" b="1" cap="all" dirty="0" err="1" smtClean="0"/>
              <a:t>Iot</a:t>
            </a:r>
            <a:r>
              <a:rPr lang="en-US" sz="4000" b="1" cap="all" dirty="0" smtClean="0"/>
              <a:t> TRONG NHÀ THÔNG MINH</a:t>
            </a:r>
            <a:endParaRPr lang="en-US" sz="4000" dirty="0"/>
          </a:p>
          <a:p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5060515"/>
            <a:ext cx="10045700" cy="1340285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2400" b="1" dirty="0" smtClean="0"/>
              <a:t>GIẢNG VIÊN HƯỚNG DẪN: </a:t>
            </a:r>
            <a:r>
              <a:rPr lang="en-US" sz="2400" b="1" dirty="0" err="1" smtClean="0"/>
              <a:t>ThS</a:t>
            </a:r>
            <a:r>
              <a:rPr lang="en-US" sz="2400" b="1" dirty="0" smtClean="0"/>
              <a:t>. </a:t>
            </a:r>
            <a:r>
              <a:rPr lang="en-US" sz="2400" b="1" dirty="0" err="1" smtClean="0"/>
              <a:t>Nguyễn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Quang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Dũng</a:t>
            </a:r>
            <a:endParaRPr lang="en-US" sz="2400" b="1" dirty="0" smtClean="0"/>
          </a:p>
          <a:p>
            <a:pPr marL="0" indent="0" algn="r">
              <a:buNone/>
            </a:pPr>
            <a:r>
              <a:rPr lang="en-US" sz="2400" b="1" dirty="0" err="1" smtClean="0"/>
              <a:t>Người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thực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hiện</a:t>
            </a:r>
            <a:r>
              <a:rPr lang="en-US" sz="2400" b="1" dirty="0" smtClean="0"/>
              <a:t> :	 </a:t>
            </a:r>
            <a:r>
              <a:rPr lang="en-US" sz="2400" b="1" dirty="0" err="1" smtClean="0"/>
              <a:t>Huỳnh</a:t>
            </a:r>
            <a:r>
              <a:rPr lang="en-US" sz="2400" b="1" dirty="0" smtClean="0"/>
              <a:t> Minh </a:t>
            </a:r>
            <a:r>
              <a:rPr lang="en-US" sz="2400" b="1" dirty="0" err="1" smtClean="0"/>
              <a:t>Đăng</a:t>
            </a:r>
            <a:endParaRPr lang="en-US" sz="2400" b="1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430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2828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974510"/>
          </a:xfrm>
        </p:spPr>
        <p:txBody>
          <a:bodyPr/>
          <a:lstStyle/>
          <a:p>
            <a:r>
              <a:rPr lang="en-US" b="1" dirty="0" smtClean="0"/>
              <a:t>II. </a:t>
            </a:r>
            <a:r>
              <a:rPr lang="en-US" b="1" dirty="0" err="1" smtClean="0"/>
              <a:t>Mục</a:t>
            </a:r>
            <a:r>
              <a:rPr lang="en-US" b="1" dirty="0" smtClean="0"/>
              <a:t> </a:t>
            </a:r>
            <a:r>
              <a:rPr lang="en-US" b="1" dirty="0" err="1" smtClean="0"/>
              <a:t>đích</a:t>
            </a:r>
            <a:r>
              <a:rPr lang="en-US" b="1" dirty="0" smtClean="0"/>
              <a:t> </a:t>
            </a:r>
            <a:r>
              <a:rPr lang="en-US" b="1" dirty="0" err="1" smtClean="0"/>
              <a:t>nghiên</a:t>
            </a:r>
            <a:r>
              <a:rPr lang="en-US" b="1" dirty="0" smtClean="0"/>
              <a:t> </a:t>
            </a:r>
            <a:r>
              <a:rPr lang="en-US" b="1" dirty="0" err="1" smtClean="0"/>
              <a:t>cứu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8910"/>
            <a:ext cx="10515600" cy="4553454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n-US" sz="3000" dirty="0" err="1" smtClean="0"/>
              <a:t>Thiết</a:t>
            </a:r>
            <a:r>
              <a:rPr lang="en-US" sz="3000" dirty="0" smtClean="0"/>
              <a:t> </a:t>
            </a:r>
            <a:r>
              <a:rPr lang="en-US" sz="3000" dirty="0" err="1" smtClean="0"/>
              <a:t>kế</a:t>
            </a:r>
            <a:r>
              <a:rPr lang="en-US" sz="3000" dirty="0" smtClean="0"/>
              <a:t> </a:t>
            </a:r>
            <a:r>
              <a:rPr lang="en-US" sz="3000" dirty="0" err="1" smtClean="0"/>
              <a:t>ra</a:t>
            </a:r>
            <a:r>
              <a:rPr lang="en-US" sz="3000" dirty="0" smtClean="0"/>
              <a:t> </a:t>
            </a:r>
            <a:r>
              <a:rPr lang="en-US" sz="3000" dirty="0" err="1" smtClean="0"/>
              <a:t>thiết</a:t>
            </a:r>
            <a:r>
              <a:rPr lang="en-US" sz="3000" dirty="0" smtClean="0"/>
              <a:t> </a:t>
            </a:r>
            <a:r>
              <a:rPr lang="en-US" sz="3000" dirty="0" err="1" smtClean="0"/>
              <a:t>bị</a:t>
            </a:r>
            <a:r>
              <a:rPr lang="en-US" sz="3000" dirty="0" smtClean="0"/>
              <a:t> </a:t>
            </a:r>
            <a:r>
              <a:rPr lang="en-US" sz="3000" dirty="0" err="1" smtClean="0"/>
              <a:t>IoT</a:t>
            </a:r>
            <a:r>
              <a:rPr lang="en-US" sz="3000" dirty="0" smtClean="0"/>
              <a:t> </a:t>
            </a:r>
            <a:r>
              <a:rPr lang="en-US" sz="3000" dirty="0" err="1" smtClean="0"/>
              <a:t>có</a:t>
            </a:r>
            <a:r>
              <a:rPr lang="en-US" sz="3000" dirty="0" smtClean="0"/>
              <a:t> </a:t>
            </a:r>
            <a:r>
              <a:rPr lang="en-US" sz="3000" dirty="0" err="1" smtClean="0"/>
              <a:t>khả</a:t>
            </a:r>
            <a:r>
              <a:rPr lang="en-US" sz="3000" dirty="0" smtClean="0"/>
              <a:t> </a:t>
            </a:r>
            <a:r>
              <a:rPr lang="en-US" sz="3000" dirty="0" err="1" smtClean="0"/>
              <a:t>năng</a:t>
            </a:r>
            <a:r>
              <a:rPr lang="en-US" sz="3000" dirty="0" smtClean="0"/>
              <a:t> </a:t>
            </a:r>
            <a:r>
              <a:rPr lang="en-US" sz="3000" dirty="0" err="1" smtClean="0"/>
              <a:t>điểu</a:t>
            </a:r>
            <a:r>
              <a:rPr lang="en-US" sz="3000" dirty="0" smtClean="0"/>
              <a:t> </a:t>
            </a:r>
            <a:r>
              <a:rPr lang="en-US" sz="3000" dirty="0" err="1" smtClean="0"/>
              <a:t>khiển</a:t>
            </a:r>
            <a:r>
              <a:rPr lang="en-US" sz="3000" dirty="0" smtClean="0"/>
              <a:t> </a:t>
            </a:r>
            <a:r>
              <a:rPr lang="en-US" sz="3000" dirty="0" err="1" smtClean="0"/>
              <a:t>thông</a:t>
            </a:r>
            <a:r>
              <a:rPr lang="en-US" sz="3000" dirty="0" smtClean="0"/>
              <a:t> qua internet.</a:t>
            </a:r>
          </a:p>
          <a:p>
            <a:pPr>
              <a:buFontTx/>
              <a:buChar char="-"/>
            </a:pPr>
            <a:r>
              <a:rPr lang="en-US" sz="3000" dirty="0" err="1" smtClean="0"/>
              <a:t>Thiết</a:t>
            </a:r>
            <a:r>
              <a:rPr lang="en-US" sz="3000" dirty="0" smtClean="0"/>
              <a:t> </a:t>
            </a:r>
            <a:r>
              <a:rPr lang="en-US" sz="3000" dirty="0" err="1" smtClean="0"/>
              <a:t>kế</a:t>
            </a:r>
            <a:r>
              <a:rPr lang="en-US" sz="3000" dirty="0" smtClean="0"/>
              <a:t> </a:t>
            </a:r>
            <a:r>
              <a:rPr lang="en-US" sz="3000" dirty="0" err="1" smtClean="0"/>
              <a:t>trang</a:t>
            </a:r>
            <a:r>
              <a:rPr lang="en-US" sz="3000" dirty="0" smtClean="0"/>
              <a:t> web </a:t>
            </a:r>
            <a:r>
              <a:rPr lang="en-US" sz="3000" dirty="0" err="1" smtClean="0"/>
              <a:t>điều</a:t>
            </a:r>
            <a:r>
              <a:rPr lang="en-US" sz="3000" dirty="0" smtClean="0"/>
              <a:t> </a:t>
            </a:r>
            <a:r>
              <a:rPr lang="en-US" sz="3000" dirty="0" err="1" smtClean="0"/>
              <a:t>khiển</a:t>
            </a:r>
            <a:endParaRPr lang="en-US" sz="3000" dirty="0" smtClean="0"/>
          </a:p>
          <a:p>
            <a:pPr>
              <a:buFontTx/>
              <a:buChar char="-"/>
            </a:pPr>
            <a:r>
              <a:rPr lang="en-US" sz="3000" dirty="0" err="1" smtClean="0"/>
              <a:t>Thiết</a:t>
            </a:r>
            <a:r>
              <a:rPr lang="en-US" sz="3000" dirty="0" smtClean="0"/>
              <a:t> </a:t>
            </a:r>
            <a:r>
              <a:rPr lang="en-US" sz="3000" dirty="0" err="1" smtClean="0"/>
              <a:t>kế</a:t>
            </a:r>
            <a:r>
              <a:rPr lang="en-US" sz="3000" dirty="0" smtClean="0"/>
              <a:t> app </a:t>
            </a:r>
            <a:r>
              <a:rPr lang="en-US" sz="3000" dirty="0" err="1" smtClean="0"/>
              <a:t>điều</a:t>
            </a:r>
            <a:r>
              <a:rPr lang="en-US" sz="3000" dirty="0" smtClean="0"/>
              <a:t> </a:t>
            </a:r>
            <a:r>
              <a:rPr lang="en-US" sz="3000" dirty="0" err="1" smtClean="0"/>
              <a:t>khiển</a:t>
            </a:r>
            <a:endParaRPr lang="en-US" sz="3000" dirty="0" smtClean="0"/>
          </a:p>
          <a:p>
            <a:pPr>
              <a:buFontTx/>
              <a:buChar char="-"/>
            </a:pPr>
            <a:r>
              <a:rPr lang="en-US" sz="3000" dirty="0" err="1" smtClean="0"/>
              <a:t>Thiết</a:t>
            </a:r>
            <a:r>
              <a:rPr lang="en-US" sz="3000" dirty="0" smtClean="0"/>
              <a:t> </a:t>
            </a:r>
            <a:r>
              <a:rPr lang="en-US" sz="3000" dirty="0" err="1" smtClean="0"/>
              <a:t>kế</a:t>
            </a:r>
            <a:r>
              <a:rPr lang="en-US" sz="3000" dirty="0" smtClean="0"/>
              <a:t> </a:t>
            </a:r>
            <a:r>
              <a:rPr lang="en-US" sz="3000" dirty="0" err="1" smtClean="0"/>
              <a:t>màn</a:t>
            </a:r>
            <a:r>
              <a:rPr lang="en-US" sz="3000" dirty="0" smtClean="0"/>
              <a:t> </a:t>
            </a:r>
            <a:r>
              <a:rPr lang="en-US" sz="3000" dirty="0" err="1" smtClean="0"/>
              <a:t>hình</a:t>
            </a:r>
            <a:r>
              <a:rPr lang="en-US" sz="3000" dirty="0" smtClean="0"/>
              <a:t> </a:t>
            </a:r>
            <a:r>
              <a:rPr lang="en-US" sz="3000" dirty="0" err="1" smtClean="0"/>
              <a:t>hiển</a:t>
            </a:r>
            <a:r>
              <a:rPr lang="en-US" sz="3000" dirty="0" smtClean="0"/>
              <a:t> </a:t>
            </a:r>
            <a:r>
              <a:rPr lang="en-US" sz="3000" dirty="0" err="1" smtClean="0"/>
              <a:t>thị</a:t>
            </a:r>
            <a:r>
              <a:rPr lang="en-US" sz="3000" dirty="0" smtClean="0"/>
              <a:t> </a:t>
            </a:r>
            <a:r>
              <a:rPr lang="en-US" sz="3000" dirty="0" err="1" smtClean="0"/>
              <a:t>điều</a:t>
            </a:r>
            <a:r>
              <a:rPr lang="en-US" sz="3000" dirty="0" smtClean="0"/>
              <a:t> </a:t>
            </a:r>
            <a:r>
              <a:rPr lang="en-US" sz="3000" dirty="0" err="1" smtClean="0"/>
              <a:t>khiển</a:t>
            </a:r>
            <a:endParaRPr lang="en-US" sz="3000" dirty="0" smtClean="0"/>
          </a:p>
          <a:p>
            <a:pPr>
              <a:buFontTx/>
              <a:buChar char="-"/>
            </a:pPr>
            <a:r>
              <a:rPr lang="en-US" sz="3000" dirty="0" err="1" smtClean="0"/>
              <a:t>Thiết</a:t>
            </a:r>
            <a:r>
              <a:rPr lang="en-US" sz="3000" dirty="0" smtClean="0"/>
              <a:t> </a:t>
            </a:r>
            <a:r>
              <a:rPr lang="en-US" sz="3000" dirty="0" err="1" smtClean="0"/>
              <a:t>kế</a:t>
            </a:r>
            <a:r>
              <a:rPr lang="en-US" sz="3000" dirty="0" smtClean="0"/>
              <a:t> </a:t>
            </a:r>
            <a:r>
              <a:rPr lang="en-US" sz="3000" dirty="0" err="1" smtClean="0"/>
              <a:t>phần</a:t>
            </a:r>
            <a:r>
              <a:rPr lang="en-US" sz="3000" dirty="0" smtClean="0"/>
              <a:t> </a:t>
            </a:r>
            <a:r>
              <a:rPr lang="en-US" sz="3000" dirty="0" err="1" smtClean="0"/>
              <a:t>mềm</a:t>
            </a:r>
            <a:r>
              <a:rPr lang="en-US" sz="3000" dirty="0" smtClean="0"/>
              <a:t> </a:t>
            </a:r>
            <a:r>
              <a:rPr lang="en-US" sz="3000" dirty="0" err="1" smtClean="0"/>
              <a:t>kết</a:t>
            </a:r>
            <a:r>
              <a:rPr lang="en-US" sz="3000" dirty="0" smtClean="0"/>
              <a:t> </a:t>
            </a:r>
            <a:r>
              <a:rPr lang="en-US" sz="3000" dirty="0" err="1" smtClean="0"/>
              <a:t>nối</a:t>
            </a:r>
            <a:r>
              <a:rPr lang="en-US" sz="3000" dirty="0" smtClean="0"/>
              <a:t> camera CCTV </a:t>
            </a:r>
            <a:r>
              <a:rPr lang="en-US" sz="3000" dirty="0" err="1" smtClean="0"/>
              <a:t>nhận</a:t>
            </a:r>
            <a:r>
              <a:rPr lang="en-US" sz="3000" dirty="0" smtClean="0"/>
              <a:t> </a:t>
            </a:r>
            <a:r>
              <a:rPr lang="en-US" sz="3000" dirty="0" err="1" smtClean="0"/>
              <a:t>diện</a:t>
            </a:r>
            <a:r>
              <a:rPr lang="en-US" sz="3000" dirty="0" smtClean="0"/>
              <a:t> </a:t>
            </a:r>
            <a:r>
              <a:rPr lang="en-US" sz="3000" dirty="0" err="1" smtClean="0"/>
              <a:t>đám</a:t>
            </a:r>
            <a:r>
              <a:rPr lang="en-US" sz="3000" dirty="0" smtClean="0"/>
              <a:t> </a:t>
            </a:r>
            <a:r>
              <a:rPr lang="en-US" sz="3000" dirty="0" err="1" smtClean="0"/>
              <a:t>cháy</a:t>
            </a:r>
            <a:r>
              <a:rPr lang="en-US" sz="3000" dirty="0" smtClean="0"/>
              <a:t> </a:t>
            </a:r>
            <a:r>
              <a:rPr lang="en-US" sz="3000" dirty="0" err="1" smtClean="0"/>
              <a:t>bằng</a:t>
            </a:r>
            <a:r>
              <a:rPr lang="en-US" sz="3000" dirty="0" smtClean="0"/>
              <a:t> </a:t>
            </a:r>
            <a:r>
              <a:rPr lang="en-US" sz="3000" dirty="0" err="1" smtClean="0"/>
              <a:t>công</a:t>
            </a:r>
            <a:r>
              <a:rPr lang="en-US" sz="3000" dirty="0" smtClean="0"/>
              <a:t> </a:t>
            </a:r>
            <a:r>
              <a:rPr lang="en-US" sz="3000" dirty="0" err="1" smtClean="0"/>
              <a:t>nghệ</a:t>
            </a:r>
            <a:r>
              <a:rPr lang="en-US" sz="3000" dirty="0" smtClean="0"/>
              <a:t> AI </a:t>
            </a:r>
            <a:r>
              <a:rPr lang="en-US" sz="3000" dirty="0" err="1" smtClean="0"/>
              <a:t>nhận</a:t>
            </a:r>
            <a:r>
              <a:rPr lang="en-US" sz="3000" dirty="0" smtClean="0"/>
              <a:t> </a:t>
            </a:r>
            <a:r>
              <a:rPr lang="en-US" sz="3000" dirty="0" err="1" smtClean="0"/>
              <a:t>diện</a:t>
            </a:r>
            <a:r>
              <a:rPr lang="en-US" sz="3000" dirty="0" smtClean="0"/>
              <a:t> </a:t>
            </a:r>
            <a:r>
              <a:rPr lang="en-US" sz="3000" dirty="0" err="1" smtClean="0"/>
              <a:t>thời</a:t>
            </a:r>
            <a:r>
              <a:rPr lang="en-US" sz="3000" dirty="0" smtClean="0"/>
              <a:t> </a:t>
            </a:r>
            <a:r>
              <a:rPr lang="en-US" sz="3000" dirty="0" err="1" smtClean="0"/>
              <a:t>gian</a:t>
            </a:r>
            <a:r>
              <a:rPr lang="en-US" sz="3000" dirty="0" smtClean="0"/>
              <a:t> </a:t>
            </a:r>
            <a:r>
              <a:rPr lang="en-US" sz="3000" dirty="0" err="1" smtClean="0"/>
              <a:t>thực</a:t>
            </a:r>
            <a:r>
              <a:rPr lang="en-US" sz="3000" dirty="0" smtClean="0"/>
              <a:t>.</a:t>
            </a:r>
            <a:endParaRPr lang="en-US" sz="30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430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79823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911224"/>
          </a:xfrm>
        </p:spPr>
        <p:txBody>
          <a:bodyPr/>
          <a:lstStyle/>
          <a:p>
            <a:r>
              <a:rPr lang="en-US" b="1" dirty="0" smtClean="0"/>
              <a:t>III.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IoT</a:t>
            </a:r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430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1227551" y="2255383"/>
            <a:ext cx="3920646" cy="3847964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5"/>
          <a:stretch>
            <a:fillRect/>
          </a:stretch>
        </p:blipFill>
        <p:spPr>
          <a:xfrm>
            <a:off x="6270452" y="2255383"/>
            <a:ext cx="5083348" cy="3847964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227550" y="6077493"/>
            <a:ext cx="3920647" cy="7805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 dirty="0" err="1" smtClean="0"/>
              <a:t>Phiên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bản</a:t>
            </a:r>
            <a:r>
              <a:rPr lang="en-US" sz="2200" b="1" dirty="0" smtClean="0"/>
              <a:t> 1</a:t>
            </a:r>
            <a:endParaRPr lang="en-US" sz="2200" b="1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270452" y="6104915"/>
            <a:ext cx="5083348" cy="754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 dirty="0" err="1" smtClean="0"/>
              <a:t>Phiên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bản</a:t>
            </a:r>
            <a:r>
              <a:rPr lang="en-US" sz="2200" b="1" dirty="0" smtClean="0"/>
              <a:t> 2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718927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911224"/>
          </a:xfrm>
        </p:spPr>
        <p:txBody>
          <a:bodyPr/>
          <a:lstStyle/>
          <a:p>
            <a:r>
              <a:rPr lang="en-US" b="1" dirty="0"/>
              <a:t>II.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Mạch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tế</a:t>
            </a:r>
            <a:r>
              <a:rPr lang="en-US" dirty="0" smtClean="0"/>
              <a:t> </a:t>
            </a:r>
            <a:r>
              <a:rPr lang="en-US" dirty="0" err="1" smtClean="0"/>
              <a:t>hoàn</a:t>
            </a:r>
            <a:r>
              <a:rPr lang="en-US" dirty="0" smtClean="0"/>
              <a:t> </a:t>
            </a:r>
            <a:r>
              <a:rPr lang="en-US" dirty="0" err="1" smtClean="0"/>
              <a:t>chỉnh</a:t>
            </a:r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430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1227550" y="6077493"/>
            <a:ext cx="3920647" cy="7805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 dirty="0" err="1" smtClean="0"/>
              <a:t>Phiên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bản</a:t>
            </a:r>
            <a:r>
              <a:rPr lang="en-US" sz="2200" b="1" dirty="0" smtClean="0"/>
              <a:t> 1</a:t>
            </a:r>
            <a:endParaRPr lang="en-US" sz="2200" b="1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270452" y="6104915"/>
            <a:ext cx="5083348" cy="754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 dirty="0" err="1" smtClean="0"/>
              <a:t>Phiên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bản</a:t>
            </a:r>
            <a:r>
              <a:rPr lang="en-US" sz="2200" b="1" dirty="0" smtClean="0"/>
              <a:t> 2</a:t>
            </a:r>
            <a:endParaRPr lang="en-US" sz="2200" b="1" dirty="0"/>
          </a:p>
        </p:txBody>
      </p:sp>
      <p:pic>
        <p:nvPicPr>
          <p:cNvPr id="11" name="Picture 10" descr="C:\Users\PC\Downloads\z6346474751273_f3f0ddf696fb26d1dcad8e257842d78b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2520110"/>
            <a:ext cx="2903689" cy="3557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 descr="C:\Users\PC\Downloads\z6346461563721_288e4b797e78c8cf1ce1d7b0f4ef3556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831" y="2520110"/>
            <a:ext cx="4514589" cy="35573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0780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399"/>
            <a:ext cx="10515600" cy="911225"/>
          </a:xfrm>
        </p:spPr>
        <p:txBody>
          <a:bodyPr/>
          <a:lstStyle/>
          <a:p>
            <a:r>
              <a:rPr lang="en-US" b="1" dirty="0" smtClean="0"/>
              <a:t>II. </a:t>
            </a:r>
            <a:r>
              <a:rPr lang="en-US" b="1" dirty="0" err="1" smtClean="0"/>
              <a:t>Thiết</a:t>
            </a:r>
            <a:r>
              <a:rPr lang="en-US" b="1" dirty="0" smtClean="0"/>
              <a:t> </a:t>
            </a:r>
            <a:r>
              <a:rPr lang="en-US" b="1" dirty="0" err="1" smtClean="0"/>
              <a:t>kế</a:t>
            </a:r>
            <a:r>
              <a:rPr lang="en-US" b="1" dirty="0" smtClean="0"/>
              <a:t> </a:t>
            </a:r>
            <a:r>
              <a:rPr lang="en-US" b="1" dirty="0" err="1" smtClean="0"/>
              <a:t>đề</a:t>
            </a:r>
            <a:r>
              <a:rPr lang="en-US" b="1" dirty="0" smtClean="0"/>
              <a:t> </a:t>
            </a:r>
            <a:r>
              <a:rPr lang="en-US" b="1" dirty="0" err="1" smtClean="0"/>
              <a:t>tài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 smtClean="0"/>
              <a:t>Thiết</a:t>
            </a:r>
            <a:r>
              <a:rPr lang="en-US" sz="3600" dirty="0" smtClean="0"/>
              <a:t> </a:t>
            </a:r>
            <a:r>
              <a:rPr lang="en-US" sz="3600" dirty="0" err="1" smtClean="0"/>
              <a:t>kế</a:t>
            </a:r>
            <a:r>
              <a:rPr lang="en-US" sz="3600" dirty="0" smtClean="0"/>
              <a:t> app </a:t>
            </a:r>
            <a:r>
              <a:rPr lang="en-US" sz="3600" dirty="0" err="1" smtClean="0"/>
              <a:t>điều</a:t>
            </a:r>
            <a:r>
              <a:rPr lang="en-US" sz="3600" dirty="0" smtClean="0"/>
              <a:t> </a:t>
            </a:r>
            <a:r>
              <a:rPr lang="en-US" sz="3600" dirty="0" err="1" smtClean="0"/>
              <a:t>khiển</a:t>
            </a: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 </a:t>
            </a:r>
            <a:endParaRPr lang="en-US" sz="36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430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4"/>
          <a:stretch>
            <a:fillRect/>
          </a:stretch>
        </p:blipFill>
        <p:spPr>
          <a:xfrm>
            <a:off x="838200" y="3130014"/>
            <a:ext cx="1290654" cy="304695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2484250" y="3130012"/>
            <a:ext cx="1326816" cy="3046951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6"/>
          <a:stretch>
            <a:fillRect/>
          </a:stretch>
        </p:blipFill>
        <p:spPr>
          <a:xfrm>
            <a:off x="4169078" y="3130012"/>
            <a:ext cx="1363132" cy="3046951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7"/>
          <a:stretch>
            <a:fillRect/>
          </a:stretch>
        </p:blipFill>
        <p:spPr>
          <a:xfrm>
            <a:off x="5892851" y="3144033"/>
            <a:ext cx="1274902" cy="303293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8"/>
          <a:stretch>
            <a:fillRect/>
          </a:stretch>
        </p:blipFill>
        <p:spPr>
          <a:xfrm>
            <a:off x="7522007" y="3144033"/>
            <a:ext cx="1364316" cy="3032930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9"/>
          <a:stretch>
            <a:fillRect/>
          </a:stretch>
        </p:blipFill>
        <p:spPr>
          <a:xfrm>
            <a:off x="9247050" y="3144033"/>
            <a:ext cx="1450178" cy="303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6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911224"/>
          </a:xfrm>
        </p:spPr>
        <p:txBody>
          <a:bodyPr/>
          <a:lstStyle/>
          <a:p>
            <a:r>
              <a:rPr lang="en-US" b="1" dirty="0"/>
              <a:t>II.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2868460" y="2304790"/>
            <a:ext cx="6626269" cy="3872174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430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9625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399"/>
            <a:ext cx="10515600" cy="911225"/>
          </a:xfrm>
        </p:spPr>
        <p:txBody>
          <a:bodyPr/>
          <a:lstStyle/>
          <a:p>
            <a:pPr lvl="0"/>
            <a:r>
              <a:rPr lang="en-US" b="1" dirty="0"/>
              <a:t>II.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web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401616" y="2431574"/>
            <a:ext cx="5581650" cy="3139440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6208734" y="2431574"/>
            <a:ext cx="5581650" cy="3139440"/>
          </a:xfrm>
          <a:prstGeom prst="rect">
            <a:avLst/>
          </a:prstGeom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430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4064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911224"/>
          </a:xfrm>
        </p:spPr>
        <p:txBody>
          <a:bodyPr/>
          <a:lstStyle/>
          <a:p>
            <a:r>
              <a:rPr lang="en-US" b="1" dirty="0"/>
              <a:t>II. </a:t>
            </a: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 </a:t>
            </a:r>
            <a:r>
              <a:rPr lang="en-US" b="1" dirty="0" err="1"/>
              <a:t>tài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diện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camera CCTV</a:t>
            </a:r>
            <a:endParaRPr lang="en-US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430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3305175" y="2580958"/>
            <a:ext cx="5581650" cy="359600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305175" y="6176963"/>
            <a:ext cx="5581650" cy="681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 dirty="0" err="1" smtClean="0"/>
              <a:t>Giao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diện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kết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nối</a:t>
            </a:r>
            <a:r>
              <a:rPr lang="en-US" sz="2200" b="1" dirty="0" smtClean="0"/>
              <a:t> Camera CCTV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51482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10515600" cy="911224"/>
          </a:xfrm>
        </p:spPr>
        <p:txBody>
          <a:bodyPr/>
          <a:lstStyle/>
          <a:p>
            <a:r>
              <a:rPr lang="en-US" b="1" dirty="0" smtClean="0"/>
              <a:t>I. </a:t>
            </a:r>
            <a:r>
              <a:rPr lang="en-US" b="1" dirty="0" err="1" smtClean="0"/>
              <a:t>Kết</a:t>
            </a:r>
            <a:r>
              <a:rPr lang="en-US" b="1" dirty="0" smtClean="0"/>
              <a:t> </a:t>
            </a:r>
            <a:r>
              <a:rPr lang="en-US" b="1" dirty="0" err="1" smtClean="0"/>
              <a:t>quả</a:t>
            </a:r>
            <a:endParaRPr lang="en-US" b="1" dirty="0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430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305175" y="6176963"/>
            <a:ext cx="5581650" cy="681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" b="1" dirty="0" err="1" smtClean="0"/>
              <a:t>Mô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hình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nhà</a:t>
            </a:r>
            <a:r>
              <a:rPr lang="en-US" sz="2200" b="1" dirty="0" smtClean="0"/>
              <a:t> </a:t>
            </a:r>
            <a:r>
              <a:rPr lang="en-US" sz="2200" b="1" dirty="0" err="1" smtClean="0"/>
              <a:t>thông</a:t>
            </a:r>
            <a:r>
              <a:rPr lang="en-US" sz="2200" b="1" dirty="0" smtClean="0"/>
              <a:t> minh</a:t>
            </a:r>
            <a:endParaRPr lang="en-US" sz="2200" b="1" dirty="0"/>
          </a:p>
        </p:txBody>
      </p:sp>
      <p:pic>
        <p:nvPicPr>
          <p:cNvPr id="8" name="Content Placeholder 7" descr="C:\Users\PC\Downloads\Hình 4.jpg"/>
          <p:cNvPicPr>
            <a:picLocks noGrp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904" y="1540701"/>
            <a:ext cx="4624191" cy="46362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478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90" y="2651125"/>
            <a:ext cx="10515600" cy="1325563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pPr algn="ctr"/>
            <a:r>
              <a:rPr lang="en-US" b="1" dirty="0" smtClean="0"/>
              <a:t>EM CẢM ƠN THẦY CÔ ĐÃ LẮNG NGHE PHẦN THUYẾT TRÌNH CỦA EM 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06632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</TotalTime>
  <Words>216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BẢO VỆ ĐỒ ÁN TỐT NGHIỆP</vt:lpstr>
      <vt:lpstr>II. Mục đích nghiên cứu</vt:lpstr>
      <vt:lpstr>III. Thiết kế đề tài</vt:lpstr>
      <vt:lpstr>II. Thiết kế đề tài</vt:lpstr>
      <vt:lpstr>II. Thiết kế đề tài</vt:lpstr>
      <vt:lpstr>II. Thiết kế đề tài</vt:lpstr>
      <vt:lpstr>II. Thiết kế đề tài</vt:lpstr>
      <vt:lpstr>II. Thiết kế đề tài</vt:lpstr>
      <vt:lpstr>I. Kết quả</vt:lpstr>
      <vt:lpstr>EM CẢM ƠN THẦY CÔ ĐÃ LẮNG NGHE PHẦN THUYẾT TRÌNH CỦA EM 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PC</cp:lastModifiedBy>
  <cp:revision>40</cp:revision>
  <dcterms:created xsi:type="dcterms:W3CDTF">2021-05-26T14:12:49Z</dcterms:created>
  <dcterms:modified xsi:type="dcterms:W3CDTF">2025-02-27T18:24:35Z</dcterms:modified>
</cp:coreProperties>
</file>